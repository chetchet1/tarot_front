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시 이메일 인증 로드맵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tarot-app (Vue + Capacitor + Supabase) | 로직/화면/환경별 동작 + SMTP 기초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7315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생성: 2026. 2. 2. 오전 8:22:15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관점: 무엇이 언제 보이나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직후 → “인증 메일 발송 안내” 모달 → 메일 클릭 → 인증 완료 안내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276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회원가입 직후 (앱 내부)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50292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화면에서 LoginModal → 이메일 회원가입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 시 EmailVerificationModal(인증 안내 모달) 표시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사용자에게 “메일함 확인 → 링크 클릭 → 앱으로 돌아와 로그인” 안내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파일: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app/views/Home.vue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app/components/LoginModal.vue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app/components/EmailVerificationModal.vue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492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2763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이메일 링크 클릭 (웹/브라우저)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029968"/>
            <a:ext cx="4892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Supabase가 emailRedirectTo 로 이동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프로젝트는 /auth/email-verified 로 이동하도록 설정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페이지는 웹에서도 열리도록 allowlist 처리 필요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파일: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app/services/supabase.ts (emailRedirectTo)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app/router/index.ts (public routes)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app/utils/platformCheck.ts (웹 차단 allowlist)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app/views/EmailVerified.vue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 요소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인증은 “Supabase Auth”가 담당하고, 앱은 결과 페이지/가이드를 제공한다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앱 (Capacitor)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Vue SPA + WebView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회원가입/로그인 UI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인증 안내 모달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딥링크 처리(OAuth/콜백)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웹 차단 로직(배포환경)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포인트: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WebView 특성상 뷰포트/안전영역 문제가 자주 발생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6616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361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938528"/>
            <a:ext cx="310896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signUp 시 확인 메일 발송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메일의 링크는 “redirectTo”로 이동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이메일 인증(verify) 처리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포인트: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redirectTo URL이 올바르지 않으면 404/차단/잘못된 페이지로 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47472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66760" y="1536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(웹 호스팅)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66760" y="1938528"/>
            <a:ext cx="301752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SPA 라우팅(/index.html rewrite)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프리뷰/프로덕션 배포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“모바일 전용 앱” 정책과 충돌 가능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 포인트: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접근 차단(install 유도)와 “이메일 인증 페이지”는 서로 상충할 수 있어 allowlist 필요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플로우 1) 이메일 회원가입 → 인증 메일 발송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로직의 “트리거 지점”과 “데이터 흐름”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2004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앱에서 이메일/비번 입력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버튼 클릭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371600"/>
            <a:ext cx="365760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5361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(Vue/Store)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17720" y="1938528"/>
            <a:ext cx="320040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userStore.signUp()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authService.signUp()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UI: EmailVerificationModal 표시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371600"/>
            <a:ext cx="338328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5361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200" y="1938528"/>
            <a:ext cx="29260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auth.signUp()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email 발송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redirectTo 포함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77440" y="2743200"/>
            <a:ext cx="219456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92608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요청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474720"/>
            <a:ext cx="219456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5379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+ emailRedirectTo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4480560"/>
            <a:ext cx="-21945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400800" y="4114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응답(세션/유저)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메일 발송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5394960"/>
            <a:ext cx="-219456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78892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“메일 확인 안내”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모달 표시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263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포인트: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app/store/user.ts: signUp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app/services/supabase.ts: signUp(emailRedirectTo)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app/components/EmailVerificationModal.vue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플로우 2) 이메일 링크 클릭 → 인증 완료 페이지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 접근 차단 정책과 충돌하기 쉬운 구간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819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 링크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84248"/>
            <a:ext cx="521208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Supabase가 생성한 링크(토큰/코드 포함)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emailRedirectTo 로 리다이렉트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https://&lt;vercel&gt;/auth/email-verified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링크 파라미터는 query 또는 hash로 올 수 있음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SPA 라우팅(rewrite) 필요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417320"/>
            <a:ext cx="516636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58191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웹에서 열릴 때 필수 조건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1984248"/>
            <a:ext cx="47091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Vercel rewrite(모든 경로 → /index.html)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router에서 /auth/email-verified route 존재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“웹 차단” 로직에서 이 경로는 예외 처리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코드: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app/router/index.ts: meta.isPublic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app/utils/platformCheck.ts: alwaysAllowedPaths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문제: “인증 메일 발송 안내” 모달 우측 잘림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 → 원인 후보 → 해결 전략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57784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증상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51206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모달 오른쪽이 화면 밖으로 나가서 잘려 보임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특히 Android 기기/특정 WebView에서 재현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스크롤/회전/주소창 상태에 따라 달라짐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관찰 포인트: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“모달 전체가 가운데가 아닌 오른쪽으로 밀림”인지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“모달 폭 자체가 뷰포트보다 큼”인지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371600"/>
            <a:ext cx="525780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5361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 원인(우선순위)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1938528"/>
            <a:ext cx="48006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부모 컨테이너(#app/body) overflow/transform 영향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100vw vs visualViewport 불일치(모바일 주소창/줌/키보드)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fixed 요소가 특정 WebView에서 “클리핑”되는 버그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내부 텍스트(이메일) 줄바꿈이 폭을 밀어냄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우리가 한 대응: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모달을 Teleport(to="body")로 렌더링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내부 요소 word-break/overflow-wrap 적용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디버그 오버레이로 rect 로그/빨간 outline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절차(재현/증명 중심)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“지금 보고 있는 배포가 최신인가?”부터 확정한다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93776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체크리스트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10607040" cy="4160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Debug overlay ON 후, build stamp(sha/time) 확인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웹: URL에 ?debugOverlay=1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앱: 좌측 상단 7번 연타(토글) → reload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회원가입 → 모달 뜬 상태에서: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모달 빨간 outline이 “화면 밖으로 나가는지” 확인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(가능하면) 콘솔/오버레이에서 modalRect.right 값 확인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재현 환경 기록: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기기/OS/브라우저(또는 WebView)/화면해상도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키보드가 올라와있는지 여부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화면 회전 여부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수정 방향 결정: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rect가 뷰포트보다 크면: 폭 계산/타이포/패딩 최적화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rect는 정상인데 잘려 보이면: 상위 컨테이너 클리핑/렌더링 버그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코드: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app/main.ts (debug overlay + in-app toggle)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app/components/EmailVerificationModal.vue (rect logging)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설명: SMTP란 무엇인가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“메일을 보내는 프로토콜”이고, Gmail SMTP는 한도가 빡빡하다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한 줄 요약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502920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SMTP(Simple Mail Transfer Protocol)는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“서버가 서버에게 이메일을 전달할 때” 쓰는 표준 규약이다.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앱에서 메일을 보낼 때는 보통: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(A) 우리 서버 → SMTP로 메일 전송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(B) 트랜잭션 메일 서비스(API) 호출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프론트(앱)에서 SMTP 계정/비번을 들고 보내면 보안상 위험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484632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5361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SMTP에서 흔히 생기는 문제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938528"/>
            <a:ext cx="489204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무료/개인 Gmail은 발송량 제한이 낮음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단시간 대량 발송하면 “rate limit” 또는 차단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인증/스팸 정책이 계속 강화됨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권장 대안: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Google Workspace + SMTP relay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Resend/SendGrid/Mailgun/SES 같은 트랜잭션 메일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선택 기준: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발송량(일/월), 도메인 인증(SPF/DKIM/DMARC)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비용, 로그/재시도, 템플릿 관리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액션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인지부채 줄이기: “문서/로그/체크리스트”를 루틴화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54880"/>
          </a:xfrm>
          <a:prstGeom prst="roundRect">
            <a:avLst/>
          </a:prstGeom>
          <a:solidFill>
            <a:srgbClr val="111A33"/>
          </a:solidFill>
          <a:ln w="12700">
            <a:solidFill>
              <a:srgbClr val="1620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36192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작업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1060704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이메일 인증 UX를 2단계로 분리: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회원가입 직후: “메일 발송 안내”는 단순하고 반응형으로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인증 완료: /auth/email-verified 페이지는 웹에서도 안정적으로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“모달 잘림”은 데이터로 잡기: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디버그 오버레이로 build stamp + rect 로그 확보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재현 기기 1~2개를 고정(테스트 기준점)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이메일 발송 인프라 정리: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어떤 주체(서버/서버리스/외부)가 SMTP를 쓰는지부터 정리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트랜잭션 메일 서비스로 전환 검토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문서 업데이트: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docs/20260202 로직 로드맵 문서/가입시 이메일 인증 로드맵.md 참고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2026-02-01T23:22:15Z</dcterms:created>
  <dcterms:modified xsi:type="dcterms:W3CDTF">2026-02-01T23:22:15Z</dcterms:modified>
</cp:coreProperties>
</file>