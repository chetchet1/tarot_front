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시 이메일 인증 로드맵 (코드레벨+설정)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→ Supabase Auth → SMTP(Gmail) → 메일 클릭 → /auth/email-verified → 앱 딥링크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생성: 2026. 2. 3. 오전 10:44:46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관점: 무엇이 언제 보이나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직후 → “인증 메일 발송 안내” 모달 → 메일 클릭 → 인증 완료 안내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회원가입 직후 (앱 내부)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50292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화면에서 LoginModal → 이메일 회원가입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시 EmailVerificationModal(인증 안내 모달) 표시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사용자에게 “메일함 확인 → 링크 클릭 → 앱으로 돌아와 로그인” 안내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파일: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app/views/Home.vue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app/components/LoginModal.vue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app/store/user.ts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app/components/EmailVerificationModal.vue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이메일 링크 클릭 (웹/브라우저)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029968"/>
            <a:ext cx="4892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Supabase가 인증 처리 후 emailRedirectTo로 이동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프로젝트는 /auth/email-verified 로 이동하도록 설정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페이지는 웹에서도 열리도록 allowlist 처리 필요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파일: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app/services/supabase.ts (emailRedirectTo)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app/router/index.ts (/auth/email-verified)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app/utils/platformCheck.ts (웹 차단 allowlist)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app/views/EmailVerified.vue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 요소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이메일 발송은 “Supabase Auth + SMTP Provider”가 담당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 (Capacitor)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Vue SPA + WebView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회원가입/로그인 UI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인증 메일 발송 안내 모달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딥링크 처리(AppUrlOpen)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WebView는 뷰포트/안전영역 이슈가 잦음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1938528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signUp 시 확인 메일 발송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메일 링크 클릭 시 verify 처리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emailRedirectTo로 리다이렉트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중요: SMTP 설정이 깨지면 “메일 발송 자체가 실패”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47472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536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Provider (예: Gmail)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66760" y="1938528"/>
            <a:ext cx="3017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실제 이메일을 “보내는” 주체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quota(발송량 제한), 보안 차단, 인증 실패가 장애 포인트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권장: 트랜잭션 메일 서비스(Resend/SendGrid/SES) 고려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플로우 1) 이메일 회원가입 → 인증 메일 발송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“어디서 메일이 ‘보내지게’ 되는가”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2004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앱에서 이메일/비번 입력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버튼 클릭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6576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(Vue/Store)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1938528"/>
            <a:ext cx="32004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userStore.signUp()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authService.signUp()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EmailVerificationModal 표시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1938528"/>
            <a:ext cx="29260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auth.signUp()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email 발송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emailRedirectTo 포함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2377440" y="2743200"/>
            <a:ext cx="219456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요청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219456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5379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+ emailRedirectTo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4480560"/>
            <a:ext cx="-21945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67512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+ 메일 발송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5394960"/>
            <a:ext cx="-21945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88920" y="5120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“메일 확인 안내” 모달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코드레벨: 가입 → 인증메일 발송 호출 스택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프론트에서 “메일 발송”을 직접 하지 않는다. Supabase Auth가 한다.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(핵심 경로)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app/components/LoginModal.vue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회원가입 버튼 클릭 → userStore.signUp(email, password, userData)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app/store/user.ts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await authService.signUp(email, password, userData)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자동 로그인 안 함(이메일 인증 대기 UX)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app/services/supabase.ts (authService.signUp)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baseUrl = VITE_APP_URL || window.location.origin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redirectUrl = `${baseUrl}/auth/email-verified`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supabase.auth.signUp({ ..., options: { emailRedirectTo: redirectUrl, data: userData } })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Supabase Auth(서버)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“Confirm signup” 이메일 발송(= SMTP Provider로 전송)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플로우 2) 메일에서 “인증하기” 클릭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클릭은 보통 브라우저에서 열린다 → emailRedirectTo로 이동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링크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메일 링크는 토큰/코드로 인증 처리 후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emailRedirectTo로 리다이렉트된다.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emailRedirectTo: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https://&lt;도메인&gt;/auth/email-verified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Vercel SPA rewrite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router에 /auth/email-verified 라우트 존재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“웹 차단 정책”에서 allowlist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819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근거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0" y="1984248"/>
            <a:ext cx="4800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app/services/supabase.ts: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emailRedirectTo = `${baseUrl}/auth/email-verified`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app/router/index.ts: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/auth/email-verified → EmailVerified (public)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app/utils/platformCheck.ts: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alwaysAllowedPaths에 /auth/email-verified 포함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→ 앱 콜백(딥링크) 현재 구현과 개선점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현재는 “앱으로 열기 버튼”이 com.tarotgarden.app://auth/callback 로 보냄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구현(문제점 포함)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166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EmailVerified.vue: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window.location.href = 'com.tarotgarden.app://auth/callback'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deepLinks.ts: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auth/callback + access_token/refresh_token 있을 때만 setSession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이메일 인증 링크에는 토큰이 없어서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앱이 열려도 no_tokens 에러로 갈 수 있음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819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추천(운영 안정성)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0" y="1984248"/>
            <a:ext cx="4800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A(가장 간단/확실):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EmailVerified 버튼을 'com.tarotgarden.app://auth/email-verified'로 변경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deepLinks.ts에서 이 경로를 받으면: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홈으로 이동 + “인증 완료, 로그인하세요” 안내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B(자동으로 앱 열리게):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Universal Links / App Links 설정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작업량 큼(도메인 소유/설정/앱 설정 필요)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설정 체크리스트(필수)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발송/리다이렉트/404/차단 문제는 대부분 여기서 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URL / Redirect allowlist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Site URL: 프로덕션 도메인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Additional Redirect URLs: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https://&lt;도메인&gt;/auth/email-verified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https://&lt;도메인&gt;/auth/reset-password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https://&lt;도메인&gt;/auth/callback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(프리뷰 도메인도 필요하면 추가)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Email templates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Confirm signup 템플릿의 “Confirm URL” 동작 확인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SMTP Provider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기본 SMTP vs 커스텀 SMTP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커스텀(예: Gmail)을 쓰면 해당 계정 쿼터/차단이 곧 장애가 됨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SMTP(자동 발신) 설정 + “무료 사용량 초과” 추적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확정은 “SMTP 에러 메시지”로만 가능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설정(일반적인 방법)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166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Gmail 계정에 2단계 인증(2FA) 활성화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앱 비밀번호(App Password) 생성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Supabase SMTP에 입력: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Host: smtp.gmail.com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Port: 587(STARTTLS) 또는 465(SSL)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Username: Gmail 주소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Password: 앱 비밀번호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From: Gmail 주소(또는 허용 발신자)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개인 Gmail은 쿼터/차단이 잦음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8006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819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원인 확정 방법(추천 순서)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0" y="1984248"/>
            <a:ext cx="4800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Supabase Dashboard 로그에서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SMTP 실패 메시지/응답코드를 확인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SMTP “테스트 메일” 기능이 있으면 실행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Gmail 보안 경고/차단(의심 로그인) 확인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“무료 사용량 초과”인지 추측만 하지 말고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응답(예: quota exceeded)을 확보해야 함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2026-02-03T01:44:46Z</dcterms:created>
  <dcterms:modified xsi:type="dcterms:W3CDTF">2026-02-03T01:44:46Z</dcterms:modified>
</cp:coreProperties>
</file>